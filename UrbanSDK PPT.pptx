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7" r:id="rId6"/>
    <p:sldId id="258" r:id="rId7"/>
    <p:sldId id="259" r:id="rId8"/>
    <p:sldId id="263" r:id="rId9"/>
    <p:sldId id="264" r:id="rId10"/>
    <p:sldId id="265" r:id="rId11"/>
    <p:sldId id="260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15" autoAdjust="0"/>
    <p:restoredTop sz="90655" autoAdjust="0"/>
  </p:normalViewPr>
  <p:slideViewPr>
    <p:cSldViewPr snapToGrid="0">
      <p:cViewPr varScale="1">
        <p:scale>
          <a:sx n="139" d="100"/>
          <a:sy n="139" d="100"/>
        </p:scale>
        <p:origin x="120" y="22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7/24/2025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7/24/2025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38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Urban SDK Assignment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1020445"/>
            <a:ext cx="2895600" cy="1325563"/>
          </a:xfrm>
        </p:spPr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/>
          <a:p>
            <a:r>
              <a:rPr lang="en-US" dirty="0"/>
              <a:t>Snowflake</a:t>
            </a:r>
          </a:p>
          <a:p>
            <a:r>
              <a:rPr lang="en-US" dirty="0" err="1"/>
              <a:t>PowerBI</a:t>
            </a:r>
            <a:endParaRPr lang="en-US" dirty="0"/>
          </a:p>
          <a:p>
            <a:r>
              <a:rPr lang="en-US" dirty="0"/>
              <a:t>Key Metrics</a:t>
            </a:r>
          </a:p>
          <a:p>
            <a:r>
              <a:rPr lang="en-US" dirty="0"/>
              <a:t>Challenges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2A8827-B1A1-2D2F-D6DD-E886B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en-US" dirty="0"/>
              <a:t>Snowflake steps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3079"/>
            <a:ext cx="7026084" cy="253129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Environment 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Raw ingestion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Dimensional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Fact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Streams &amp;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Performance tuning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84122-6EDF-6E5F-C809-5AA21C033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011800"/>
          </a:xfrm>
        </p:spPr>
        <p:txBody>
          <a:bodyPr/>
          <a:lstStyle/>
          <a:p>
            <a:r>
              <a:rPr lang="en-US" dirty="0"/>
              <a:t>Star Schema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BF33E-47E8-0827-E72E-F1BFC476F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A21C95-BF98-3B48-8E68-F89DD482A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535" y="1504364"/>
            <a:ext cx="6944129" cy="4594683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0BABC6E-DD23-FBFE-9EFF-3146D8D285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3980" y="2251015"/>
            <a:ext cx="4548060" cy="253129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Fact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Dimension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Relationships</a:t>
            </a:r>
          </a:p>
          <a:p>
            <a:pPr marL="569214" lvl="1"/>
            <a:r>
              <a:rPr lang="en-US" dirty="0"/>
              <a:t>All linked to fact table</a:t>
            </a:r>
          </a:p>
        </p:txBody>
      </p:sp>
    </p:spTree>
    <p:extLst>
      <p:ext uri="{BB962C8B-B14F-4D97-AF65-F5344CB8AC3E}">
        <p14:creationId xmlns:p14="http://schemas.microsoft.com/office/powerpoint/2010/main" val="2253899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C3A8C-4571-0309-BC04-FD45A22E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419DD-7291-358F-1D13-DB53F91A7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011800"/>
          </a:xfrm>
        </p:spPr>
        <p:txBody>
          <a:bodyPr/>
          <a:lstStyle/>
          <a:p>
            <a:r>
              <a:rPr lang="en-US" dirty="0"/>
              <a:t>Star Schema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4B7502-304B-73A3-4890-02985CEE7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1A2AEE-3F9C-FEE6-5572-CA6BD8EEC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535" y="1504364"/>
            <a:ext cx="6944129" cy="4594683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DDA39DC-707D-A126-5738-5CA6C8633A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3980" y="2251015"/>
            <a:ext cx="4548060" cy="253129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Fact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Dimension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Relationships</a:t>
            </a:r>
          </a:p>
          <a:p>
            <a:pPr marL="569214" lvl="1"/>
            <a:r>
              <a:rPr lang="en-US" dirty="0"/>
              <a:t>All linked to fact table</a:t>
            </a:r>
          </a:p>
        </p:txBody>
      </p:sp>
    </p:spTree>
    <p:extLst>
      <p:ext uri="{BB962C8B-B14F-4D97-AF65-F5344CB8AC3E}">
        <p14:creationId xmlns:p14="http://schemas.microsoft.com/office/powerpoint/2010/main" val="8689155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46F1B-9AC6-2752-F197-E406A7E63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B2228-E03B-DD40-6CF2-69F729ECE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011800"/>
          </a:xfrm>
        </p:spPr>
        <p:txBody>
          <a:bodyPr/>
          <a:lstStyle/>
          <a:p>
            <a:r>
              <a:rPr lang="en-US" dirty="0"/>
              <a:t>Query Caching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5DC38-E63E-6278-D751-350147D64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7D70499-3EDE-5728-6BD1-C4064E7E70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3980" y="2251015"/>
            <a:ext cx="4548060" cy="253129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670ms difference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F1587B-E62E-8986-B5D8-1F370F74D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331" y="1560668"/>
            <a:ext cx="8212912" cy="354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60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D774D-2033-404C-8FEC-6B0AAF40C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DB04C-81D7-E3A0-2687-489D28E7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011800"/>
          </a:xfrm>
        </p:spPr>
        <p:txBody>
          <a:bodyPr/>
          <a:lstStyle/>
          <a:p>
            <a:r>
              <a:rPr lang="en-US" dirty="0"/>
              <a:t>Warehouse resizing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2DBFF-300A-D30B-458F-442A307AE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30E21A-024D-BA56-993E-75D5EB83AF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3980" y="2251015"/>
            <a:ext cx="2502348" cy="253129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Nominal difference in large dataset (fact table)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more data in the DB query run times will increase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5C1B5A-1F38-586D-C7EC-C3147A2DB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394" y="2048805"/>
            <a:ext cx="9209604" cy="22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4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3CECF-1B35-AB62-8ADE-E7C9BEC59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E311B-FF3A-167A-0E45-FB12DB907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011800"/>
          </a:xfrm>
        </p:spPr>
        <p:txBody>
          <a:bodyPr/>
          <a:lstStyle/>
          <a:p>
            <a:r>
              <a:rPr lang="en-US" dirty="0"/>
              <a:t>Key Metrics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70F0E-6A81-B238-77A6-3C1BD68E0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16C19A5-56D2-0A5C-8658-9AB9F2BAC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3980" y="2251015"/>
            <a:ext cx="3141740" cy="2531298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Service Day Counts by Month/Weekday]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Average Stops Per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Stop Event Distribution by Route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Slicers at the top of dashboard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74E106-84E6-3FE2-3B87-7665B0746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442" y="1649966"/>
            <a:ext cx="7689129" cy="434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825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8D04E-FE4F-DE4A-58DA-518BA2EEF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8D0AD-11CA-B0AA-DBB1-75C368523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011800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7AB7A-B6BD-0E6B-DFD9-260E9578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11C6AF9-1111-9BC1-7375-733323D02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66321" y="2115225"/>
            <a:ext cx="7459357" cy="253129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enough date data to show a true time series trend that is useful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DirectQuery</a:t>
            </a:r>
            <a:r>
              <a:rPr lang="en-US" dirty="0"/>
              <a:t> does not allow for post ingestion transformation, only measures and some column DAX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understanding of data points and useful metrics outside of the GTFS spec</a:t>
            </a:r>
          </a:p>
        </p:txBody>
      </p:sp>
    </p:spTree>
    <p:extLst>
      <p:ext uri="{BB962C8B-B14F-4D97-AF65-F5344CB8AC3E}">
        <p14:creationId xmlns:p14="http://schemas.microsoft.com/office/powerpoint/2010/main" val="231669801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{94679EC5-A02A-4D3E-8CE1-D0929E3FF456}TF7521aafa-c748-4c40-a498-ba511be234dc5b1b6097_win32-5039330bb2f3</Template>
  <TotalTime>47</TotalTime>
  <Words>153</Words>
  <Application>Microsoft Office PowerPoint</Application>
  <PresentationFormat>Widescreen</PresentationFormat>
  <Paragraphs>48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Tenorite</vt:lpstr>
      <vt:lpstr>Custom</vt:lpstr>
      <vt:lpstr>Urban SDK Assignment</vt:lpstr>
      <vt:lpstr>Topics</vt:lpstr>
      <vt:lpstr>Snowflake steps</vt:lpstr>
      <vt:lpstr>Star Schema</vt:lpstr>
      <vt:lpstr>Star Schema</vt:lpstr>
      <vt:lpstr>Query Caching</vt:lpstr>
      <vt:lpstr>Warehouse resizing</vt:lpstr>
      <vt:lpstr>Key Metrics</vt:lpstr>
      <vt:lpstr>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Corey Paul</dc:creator>
  <cp:lastModifiedBy>Corey Paul</cp:lastModifiedBy>
  <cp:revision>1</cp:revision>
  <dcterms:created xsi:type="dcterms:W3CDTF">2025-07-24T17:25:26Z</dcterms:created>
  <dcterms:modified xsi:type="dcterms:W3CDTF">2025-07-24T18:13:21Z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